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819ca8c24b4642" /><Relationship Type="http://schemas.openxmlformats.org/officeDocument/2006/relationships/extended-properties" Target="/docProps/app.xml" Id="R5ba63cc4775f4108" /><Relationship Type="http://schemas.openxmlformats.org/officeDocument/2006/relationships/officeDocument" Target="/ppt/presentation.xml" Id="R9c68517f0bdc40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281ec2cd9d4a2c"/>
  </p:sldMasterIdLst>
  <p:notesMasterIdLst>
    <p:notesMasterId xmlns:r="http://schemas.openxmlformats.org/officeDocument/2006/relationships" r:id="Rf0eac94ab4ea43fc"/>
  </p:notesMasterIdLst>
  <p:sldIdLst>
    <p:sldId xmlns:r="http://schemas.openxmlformats.org/officeDocument/2006/relationships" id="256" r:id="R12497f38bab34c86"/>
    <p:sldId xmlns:r="http://schemas.openxmlformats.org/officeDocument/2006/relationships" id="257" r:id="Rd34761b3b55a41f0"/>
    <p:sldId xmlns:r="http://schemas.openxmlformats.org/officeDocument/2006/relationships" id="258" r:id="R18fa02283eed4c84"/>
    <p:sldId xmlns:r="http://schemas.openxmlformats.org/officeDocument/2006/relationships" id="259" r:id="Rdbf25b9bcfa7405b"/>
    <p:sldId xmlns:r="http://schemas.openxmlformats.org/officeDocument/2006/relationships" id="260" r:id="R3fe623cf36cd422a"/>
    <p:sldId xmlns:r="http://schemas.openxmlformats.org/officeDocument/2006/relationships" id="261" r:id="R90cab8f965f94475"/>
    <p:sldId xmlns:r="http://schemas.openxmlformats.org/officeDocument/2006/relationships" id="262" r:id="R274c103bfeef40fa"/>
    <p:sldId xmlns:r="http://schemas.openxmlformats.org/officeDocument/2006/relationships" id="263" r:id="R42c2e85a0ddb43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c7e99037704372" /><Relationship Type="http://schemas.openxmlformats.org/officeDocument/2006/relationships/slideMaster" Target="/ppt/slideMasters/slideMaster1.xml" Id="R58281ec2cd9d4a2c" /><Relationship Type="http://schemas.openxmlformats.org/officeDocument/2006/relationships/notesMaster" Target="/ppt/notesMasters/notesMaster1.xml" Id="Rf0eac94ab4ea43fc" /><Relationship Type="http://schemas.openxmlformats.org/officeDocument/2006/relationships/presProps" Target="/ppt/presProps.xml" Id="R5173646ed651450e" /><Relationship Type="http://schemas.openxmlformats.org/officeDocument/2006/relationships/tableStyles" Target="/ppt/tableStyles.xml" Id="R409a6e01577f4102" /><Relationship Type="http://schemas.openxmlformats.org/officeDocument/2006/relationships/slide" Target="/ppt/slides/slide1.xml" Id="R12497f38bab34c86" /><Relationship Type="http://schemas.openxmlformats.org/officeDocument/2006/relationships/slide" Target="/ppt/slides/slide2.xml" Id="Rd34761b3b55a41f0" /><Relationship Type="http://schemas.openxmlformats.org/officeDocument/2006/relationships/slide" Target="/ppt/slides/slide3.xml" Id="R18fa02283eed4c84" /><Relationship Type="http://schemas.openxmlformats.org/officeDocument/2006/relationships/slide" Target="/ppt/slides/slide4.xml" Id="Rdbf25b9bcfa7405b" /><Relationship Type="http://schemas.openxmlformats.org/officeDocument/2006/relationships/slide" Target="/ppt/slides/slide5.xml" Id="R3fe623cf36cd422a" /><Relationship Type="http://schemas.openxmlformats.org/officeDocument/2006/relationships/slide" Target="/ppt/slides/slide6.xml" Id="R90cab8f965f94475" /><Relationship Type="http://schemas.openxmlformats.org/officeDocument/2006/relationships/slide" Target="/ppt/slides/slide7.xml" Id="R274c103bfeef40fa" /><Relationship Type="http://schemas.openxmlformats.org/officeDocument/2006/relationships/slide" Target="/ppt/slides/slide8.xml" Id="R42c2e85a0ddb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d37445c870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b01ba657624541" /><Relationship Type="http://schemas.openxmlformats.org/officeDocument/2006/relationships/notesMaster" Target="/ppt/notesMasters/notesMaster1.xml" Id="Ra808a064f21945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6d425121b04200" /><Relationship Type="http://schemas.openxmlformats.org/officeDocument/2006/relationships/notesMaster" Target="/ppt/notesMasters/notesMaster1.xml" Id="Rd975d92f5b4341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dbf47c77b54d95" /><Relationship Type="http://schemas.openxmlformats.org/officeDocument/2006/relationships/notesMaster" Target="/ppt/notesMasters/notesMaster1.xml" Id="R4ba4e4696d6443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818b1ff5d64445" /><Relationship Type="http://schemas.openxmlformats.org/officeDocument/2006/relationships/notesMaster" Target="/ppt/notesMasters/notesMaster1.xml" Id="Reece4e43be2745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a6426b28c14e26" /><Relationship Type="http://schemas.openxmlformats.org/officeDocument/2006/relationships/notesMaster" Target="/ppt/notesMasters/notesMaster1.xml" Id="R69c9dd2f1c344d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d3553dcba14254" /><Relationship Type="http://schemas.openxmlformats.org/officeDocument/2006/relationships/notesMaster" Target="/ppt/notesMasters/notesMaster1.xml" Id="R82594e6e03a54d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3c7dccc93d4200" /><Relationship Type="http://schemas.openxmlformats.org/officeDocument/2006/relationships/notesMaster" Target="/ppt/notesMasters/notesMaster1.xml" Id="R314a24b81c4b43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c22706af2b49ed" /><Relationship Type="http://schemas.openxmlformats.org/officeDocument/2006/relationships/notesMaster" Target="/ppt/notesMasters/notesMaster1.xml" Id="R59eda5130f8d4b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기획서_1415한지석.pdf 1쪽. 룬은 혼자 입론과 반박을 짧게 연습하는 웹사이트 기획안입니다.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기획서_1415한지석.pdf 1~3쪽. 인터뷰 대상은 반 친구 3명이며, 각 어려움을 한 명씩 언급했습니다. 일반적인 학생 전체의 의견으로 확대 해석하지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기획서_1415한지석.pdf 1쪽. 사용자는 토론 수행평가 전에 노트북으로 약 5분 연습하고 싶은 학생으로 설정했습니다.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와이어프레임 index.html, app.js. 화면은 제공된 HTML을 브라우저에서 연 캡처입니다. 현재 논제 뽑기 버튼은 한 개의 고정 예시 논제를 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와이어프레임 debate.html, app.js 및 기획서_1415한지석.pdf 1쪽. 현재 와이어프레임은 입론 제출 후 반박 영역을 표시하며, 결과 화면도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사이트맵_1415한지석.png, 와이어프레임 HTML. 내 기록 화면은 현재 정적 예시이며 사용자가 쓴 내용을 실제로 저장하는 기능은 구현돼 있지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기획서_1415한지석.pdf 1~2쪽의 서비스 비교. Kialo Edu와 Yoodli 설명은 기획서 작성자의 조사 내용이며, 이 발표를 위해 별도로 검증한 결과가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기획서_1415한지석.pdf 2~3쪽. 인터뷰에서 논제 반복과 뻔한 상대 주장은 사용하지 않을 이유로 언급됐습니다. 실제 효과는 아직 검증되지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bca7c40fd48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aac0baf4b24417" /><Relationship Type="http://schemas.openxmlformats.org/officeDocument/2006/relationships/slideLayout" Target="/ppt/slideLayouts/slideLayout1.xml" Id="R8bb80e678cf44c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b80e678cf44c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465f6e09f43f1" /><Relationship Type="http://schemas.openxmlformats.org/officeDocument/2006/relationships/notesSlide" Target="/ppt/notesSlides/notesSlide1.xml" Id="Re816f17ca77340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298d9e94e46e2" /><Relationship Type="http://schemas.openxmlformats.org/officeDocument/2006/relationships/notesSlide" Target="/ppt/notesSlides/notesSlide2.xml" Id="Raec75e309fb3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0d6b8a94b438b" /><Relationship Type="http://schemas.openxmlformats.org/officeDocument/2006/relationships/notesSlide" Target="/ppt/notesSlides/notesSlide3.xml" Id="Re901e33a969340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e348c52a4bb9" /><Relationship Type="http://schemas.openxmlformats.org/officeDocument/2006/relationships/image" Target="/ppt/media/image.png" Id="R453bb70972894f02" /><Relationship Type="http://schemas.openxmlformats.org/officeDocument/2006/relationships/notesSlide" Target="/ppt/notesSlides/notesSlide4.xml" Id="Ra862b6e5ce3e4b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952b0477d449b" /><Relationship Type="http://schemas.openxmlformats.org/officeDocument/2006/relationships/image" Target="/ppt/media/image2.png" Id="R937900dc6c7e426a" /><Relationship Type="http://schemas.openxmlformats.org/officeDocument/2006/relationships/notesSlide" Target="/ppt/notesSlides/notesSlide5.xml" Id="R9eb373afc55e48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37cbee62b4455" /><Relationship Type="http://schemas.openxmlformats.org/officeDocument/2006/relationships/image" Target="/ppt/media/image3.png" Id="Rd5146c5a21ae4899" /><Relationship Type="http://schemas.openxmlformats.org/officeDocument/2006/relationships/notesSlide" Target="/ppt/notesSlides/notesSlide6.xml" Id="R58e927f9bc514f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2d457fd524aa3" /><Relationship Type="http://schemas.openxmlformats.org/officeDocument/2006/relationships/notesSlide" Target="/ppt/notesSlides/notesSlide7.xml" Id="R809a081c154247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fe47f206a4136" /><Relationship Type="http://schemas.openxmlformats.org/officeDocument/2006/relationships/notesSlide" Target="/ppt/notesSlides/notesSlide8.xml" Id="Rcf67881914254a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45726-5C22-4E8E-ABCD-7C5B40B5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67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E6D40-6D89-4636-B420-ECCE1969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혼자서 시작하는 토론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2384B-0F66-4A43-ACE0-C5E4C604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29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rPr>
              <a:t>아이디어 피칭  |  한지석</a:t>
            </a:r>
          </a:p>
        </p:txBody>
      </p:sp>
    </p:spTree>
    <p:extLst>
      <p:ext uri="{BB962C8B-B14F-4D97-AF65-F5344CB8AC3E}">
        <p14:creationId xmlns:p14="http://schemas.microsoft.com/office/powerpoint/2010/main" val="1762384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0A1BF-5B18-476B-9A90-28A90557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C676D-B591-4F01-9C4E-CD74FC22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토론 연습의 첫 문턱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C6748-A99D-453C-9253-C4AAB9E3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논제를 고르는 데 시간이 걸리고,</a:t>
            </a:r>
          </a:p>
          <a:p xmlns:a="http://schemas.openxmlformats.org/drawingml/2006/main">
            <a:pPr algn="l">
              <a:defRPr sz="29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상대가 할 말을 예상하기 어렵다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34BC0-BA5F-4C38-89BD-2448F061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반 친구 3명에게 물었을 때 나온 어려움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C14D5-68B8-43F2-946F-7CF70EBC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382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논제 선택에 시간이 걸림</a:t>
            </a:r>
          </a:p>
          <a:p xmlns:a="http://schemas.openxmlformats.org/drawingml/2006/main">
            <a:pPr algn="l">
              <a:defRPr sz="18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상대 주장을 예상하기 어려움</a:t>
            </a:r>
          </a:p>
          <a:p xmlns:a="http://schemas.openxmlformats.org/drawingml/2006/main">
            <a:pPr algn="l">
              <a:defRPr sz="18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사람 앞에서 토론하는 것이 떨림</a:t>
            </a:r>
          </a:p>
        </p:txBody>
      </p:sp>
    </p:spTree>
    <p:extLst>
      <p:ext uri="{BB962C8B-B14F-4D97-AF65-F5344CB8AC3E}">
        <p14:creationId xmlns:p14="http://schemas.microsoft.com/office/powerpoint/2010/main" val="1492429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73CB7-D82D-4661-AEA0-4A2A253B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6B268-F27E-410C-AB2A-B56E3030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룬의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FC5C0-D34B-405A-A872-B752DC9C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3346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수행평가 전에,</a:t>
            </a:r>
          </a:p>
          <a:p xmlns:a="http://schemas.openxmlformats.org/drawingml/2006/main">
            <a:pPr algn="l">
              <a:defRPr sz="35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혼자 5분만 글로 연습한다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56199-3F3D-482A-9358-8077C988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1057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1. 논제 뽑기</a:t>
            </a:r>
          </a:p>
          <a:p xmlns:a="http://schemas.openxmlformats.org/drawingml/2006/main">
            <a:pPr algn="l">
              <a:defRPr sz="21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2. 입장을 정하고 입론 쓰기</a:t>
            </a:r>
          </a:p>
          <a:p xmlns:a="http://schemas.openxmlformats.org/drawingml/2006/main">
            <a:pPr algn="l">
              <a:defRPr sz="21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3. 상대 주장을 읽고 반박 쓰기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2D537-BAF5-4994-A734-DE0BE6DF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rPr>
              <a:t>녹음이나 연습 상대 없이 시작할 수 있도록 설계했다</a:t>
            </a:r>
          </a:p>
        </p:txBody>
      </p:sp>
    </p:spTree>
    <p:extLst>
      <p:ext uri="{BB962C8B-B14F-4D97-AF65-F5344CB8AC3E}">
        <p14:creationId xmlns:p14="http://schemas.microsoft.com/office/powerpoint/2010/main" val="1234158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5EA21-8B80-4195-B2A2-75BB362B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9DA5E-B297-45A5-B662-D34618D2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논제를 뽑아 바로 시작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bb70972894f02"/>
          <a:stretch xmlns:a="http://schemas.openxmlformats.org/drawingml/2006/main"/>
        </p:blipFill>
        <p:spPr>
          <a:xfrm xmlns:a="http://schemas.openxmlformats.org/drawingml/2006/main">
            <a:off x="1226893" y="2047875"/>
            <a:ext cx="5156688" cy="3943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D6742-44AA-408C-A42A-C6E76853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메인 화면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522E9-B36E-48D4-931C-6AA07A8F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289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버튼을 누르면</a:t>
            </a:r>
          </a:p>
          <a:p xmlns:a="http://schemas.openxmlformats.org/drawingml/2006/main">
            <a:pPr algn="l">
              <a:defRPr sz="23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연습할 논제가 나온다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9E77B-0A25-452F-96A1-593EF39C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52975"/>
            <a:ext cx="3905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rPr>
              <a:t>현재 와이어프레임에는</a:t>
            </a:r>
          </a:p>
          <a:p xmlns:a="http://schemas.openxmlformats.org/drawingml/2006/main">
            <a:pPr algn="l">
              <a:defRPr sz="157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rPr>
              <a:t>“교복 착용은 필요한가?”</a:t>
            </a:r>
          </a:p>
          <a:p xmlns:a="http://schemas.openxmlformats.org/drawingml/2006/main">
            <a:pPr algn="l">
              <a:defRPr sz="157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075"/>
                </a:solidFill>
                <a:latin typeface="Malgun Gothic"/>
                <a:ea typeface="Malgun Gothic"/>
                <a:cs typeface="Malgun Gothic"/>
              </a:rPr>
              <a:t>예시 논제 한 개가 연결돼 있다</a:t>
            </a:r>
          </a:p>
        </p:txBody>
      </p:sp>
    </p:spTree>
    <p:extLst>
      <p:ext uri="{BB962C8B-B14F-4D97-AF65-F5344CB8AC3E}">
        <p14:creationId xmlns:p14="http://schemas.microsoft.com/office/powerpoint/2010/main" val="244483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85B42-475B-4A43-A462-1FD4F973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4E591-6F4E-4733-A0B1-C6AC6F8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입론 다음에 반박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900dc6c7e426a"/>
          <a:stretch xmlns:a="http://schemas.openxmlformats.org/drawingml/2006/main"/>
        </p:blipFill>
        <p:spPr>
          <a:xfrm xmlns:a="http://schemas.openxmlformats.org/drawingml/2006/main">
            <a:off x="1011314" y="1905000"/>
            <a:ext cx="5121122" cy="4333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C9B0E-144C-4EF5-ABFB-5DA9215C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336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1  찬성 또는 반대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94559-A02B-45FB-8B07-D86111DC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1467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2  내 생각과 이유 작성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97897-0E34-4543-8216-956EAB1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3  상대 주장 확인 후 반박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2C007-37D1-4E66-9322-AE05F50A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673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한 번에 할 일을 하나씩 보여 주는 흐름</a:t>
            </a:r>
          </a:p>
        </p:txBody>
      </p:sp>
    </p:spTree>
    <p:extLst>
      <p:ext uri="{BB962C8B-B14F-4D97-AF65-F5344CB8AC3E}">
        <p14:creationId xmlns:p14="http://schemas.microsoft.com/office/powerpoint/2010/main" val="1220496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A0B9C-237F-4FE3-B1D9-05821821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921E6-D55C-426E-B6D0-4F3F9C06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화면 구성은 세 가지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46c5a21ae4899"/>
          <a:stretch xmlns:a="http://schemas.openxmlformats.org/drawingml/2006/main"/>
        </p:blipFill>
        <p:spPr>
          <a:xfrm xmlns:a="http://schemas.openxmlformats.org/drawingml/2006/main">
            <a:off x="738188" y="2038350"/>
            <a:ext cx="6572250" cy="3943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38702-7C7E-43C6-B3E7-34604AC1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메인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4E386-C2E0-4216-BEEA-8F3017C7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논제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5BC26-218F-4617-AB4B-743CA09A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67125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토론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4984D-5C70-4A9B-9B5A-7D618A9B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52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입론과 반박 작성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8C9F9-0242-42CD-B9B7-8BF87CC5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내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128B9-A034-4E2F-87F5-F26B5694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959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작성 내용 확인</a:t>
            </a:r>
          </a:p>
        </p:txBody>
      </p:sp>
    </p:spTree>
    <p:extLst>
      <p:ext uri="{BB962C8B-B14F-4D97-AF65-F5344CB8AC3E}">
        <p14:creationId xmlns:p14="http://schemas.microsoft.com/office/powerpoint/2010/main" val="378848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AE213-EA58-439F-BF57-4B3B012A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7F350-0AA0-4712-9057-77FB0E3A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비슷한 서비스와 다른 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EC594-F523-4DC7-A626-91EEC484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Kialo 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048BB-D348-47AB-87BB-A9F3B9E7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찬반 논거의 연결을</a:t>
            </a:r>
          </a:p>
          <a:p xmlns:a="http://schemas.openxmlformats.org/drawingml/2006/main">
            <a:pPr algn="l">
              <a:def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살펴볼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F2384-8023-448D-A425-F402927F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859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Yoodli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5F51F-896B-41B0-8529-314F75CA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95575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혼자 말하기나 발표를</a:t>
            </a:r>
          </a:p>
          <a:p xmlns:a="http://schemas.openxmlformats.org/drawingml/2006/main">
            <a:pPr algn="l">
              <a:def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연습할 수 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720C3-3043-4148-B915-68E9DBA8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859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1D1C4-5E61-4017-AD48-0A8F40F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9557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녹음 없이 글로</a:t>
            </a:r>
          </a:p>
          <a:p xmlns:a="http://schemas.openxmlformats.org/drawingml/2006/main">
            <a:pPr algn="l">
              <a:def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입론과 반박을 연습한다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FE507-8E5B-4AC6-8432-88BB9CC8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처음 토론하는 학생에게는 한 단계에 할 일 하나만 보여 주려 한다</a:t>
            </a:r>
          </a:p>
        </p:txBody>
      </p:sp>
    </p:spTree>
    <p:extLst>
      <p:ext uri="{BB962C8B-B14F-4D97-AF65-F5344CB8AC3E}">
        <p14:creationId xmlns:p14="http://schemas.microsoft.com/office/powerpoint/2010/main" val="1199453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2358B-1DA3-4100-AD71-2CF4AD45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F918E-98A0-41C2-A17D-0F40FFB3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다음에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B4A99-3E67-4FFD-A51A-946DF463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논제가 다양해야 계속 쓸까?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57EB5-59FA-4C4C-9C1C-F9DB60E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상대 주장이 뻔하면 반박 연습에 도움이 될까?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EF538-6F90-4520-BEA6-91D75DC5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3035"/>
                </a:solidFill>
                <a:latin typeface="Malgun Gothic"/>
                <a:ea typeface="Malgun Gothic"/>
                <a:cs typeface="Malgun Gothic"/>
              </a:rPr>
              <a:t>글 연습이 실제 토론의 긴장을 줄일까?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E42B4-3E8B-4707-863A-B94C7D39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6C6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6C67"/>
                </a:solidFill>
                <a:latin typeface="Malgun Gothic"/>
                <a:ea typeface="Malgun Gothic"/>
                <a:cs typeface="Malgun Gothic"/>
              </a:rPr>
              <a:t>학생 3명의 답변을 바탕으로, 다음에는 직접 사용해 보고 확인한다</a:t>
            </a:r>
          </a:p>
        </p:txBody>
      </p:sp>
    </p:spTree>
    <p:extLst>
      <p:ext uri="{BB962C8B-B14F-4D97-AF65-F5344CB8AC3E}">
        <p14:creationId xmlns:p14="http://schemas.microsoft.com/office/powerpoint/2010/main" val="1757871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2026-09-30T02:47:36.3770000Z</dcterms:created>
  <dcterms:modified xsi:type="dcterms:W3CDTF">2026-09-30T02:47:36.3770000Z</dcterms:modified>
</coreProperties>
</file>